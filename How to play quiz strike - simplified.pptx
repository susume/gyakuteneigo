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545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799C0-EEE0-6250-BA3D-902B4934A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249E98-C757-1388-EAC4-EB46F291A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52E88-2F0B-F943-2C4A-34C0C716D6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394C95-D89B-4CB0-A676-9A464BFC3E48}" type="datetimeFigureOut">
              <a:t>9/2/2026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8EC25-73A8-1420-B7F6-5528DB0E90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94B22-ABE4-BC74-759D-D784EC5159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A92C73-E246-49D4-B396-D396B5EB729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271DE-071D-3A53-0241-BC1BB229C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84B09-85A2-C4F8-0C3E-D095E410B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1E1A7-BCA3-A376-FB1A-259B346BA3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394C95-D89B-4CB0-A676-9A464BFC3E48}" type="datetimeFigureOut">
              <a:t>9/2/2026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2CF99-4E8B-808A-228D-263CDD87926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1DD3A-558D-D0BD-CF2D-90F140E09B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A92C73-E246-49D4-B396-D396B5EB729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913BD-CF41-F0B5-F70F-3CD218F32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CA524-AD0B-64EE-2D0E-1CF8AD648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B7575-3638-91ED-D63B-FA4A7B02CFC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394C95-D89B-4CB0-A676-9A464BFC3E48}" type="datetimeFigureOut">
              <a:t>9/2/2026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50517-534D-1D89-79DD-C438EED4AA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D0BFF-A7A1-60E4-BE67-35367EDBDE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A92C73-E246-49D4-B396-D396B5EB729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192EF-0604-37DC-1E1D-F446A3A40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8095-22B0-F6FB-0026-169790013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787A5-1ECB-4723-522E-BDDC3F3A085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0D434-996D-8763-D940-FF7449CF75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394C95-D89B-4CB0-A676-9A464BFC3E48}" type="datetimeFigureOut">
              <a:t>9/2/2026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AA185-821B-713B-9B17-28561168BD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C63EE-DEF0-04BF-B0A9-DBFE299D4D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A92C73-E246-49D4-B396-D396B5EB729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D144-CC4A-9ECD-60C5-9FFC611F7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FC02C-F261-6F92-79AC-C6C674F55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81B640-B33F-49C9-C460-40D48DA1771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923B85-B827-727C-B964-B091206C52F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8C8BBB-38BA-0879-ECC9-2E769BBCF04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CC69E0-A1E9-1439-73DF-814734ACE1E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394C95-D89B-4CB0-A676-9A464BFC3E48}" type="datetimeFigureOut">
              <a:t>9/2/2026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DDA79-F7A3-82C2-C0B8-EF6B19DFAD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FD8B43-41F6-A052-1AD7-3339BDE90B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A92C73-E246-49D4-B396-D396B5EB729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7C295-29FD-2A88-2D19-FE8396EAA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7ABD8E-6BFB-05C2-B6B0-8462BBEDFAB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394C95-D89B-4CB0-A676-9A464BFC3E48}" type="datetimeFigureOut">
              <a:t>9/2/2026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F17EE-C0D5-C471-61E1-A89636943C1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6AA63F-1152-8937-892F-B1CEE97516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A92C73-E246-49D4-B396-D396B5EB729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CAAA39-E754-B1E4-1269-F760396700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394C95-D89B-4CB0-A676-9A464BFC3E48}" type="datetimeFigureOut">
              <a:t>9/2/2026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E91D2C-7932-457A-7727-20F3EE9FDA4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B37AE-F740-0AF4-E67D-072F2BC3AA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A92C73-E246-49D4-B396-D396B5EB729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34483-B14D-0A6F-F2E9-F4A2ED8F5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C4F4C-6003-6B2F-8DA9-9931EFCF1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AE0FE-BE39-6E88-95CF-0D671A2B376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CECE5-1BF1-BF90-B5B1-A4FF77B990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394C95-D89B-4CB0-A676-9A464BFC3E48}" type="datetimeFigureOut">
              <a:t>9/2/2026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64361-FB5D-8532-2A83-500195BE056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03E01-B6B2-0088-126A-E070EB9D56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A92C73-E246-49D4-B396-D396B5EB729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A540A-57E9-5C23-8D1A-C3796446C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8D4559-B7CA-C8BB-FCBB-15CBA0E4C3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A8851-2BB4-B961-14AC-EBAF5DEF33C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7CE05-9E8A-59F3-109C-F91394C2212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394C95-D89B-4CB0-A676-9A464BFC3E48}" type="datetimeFigureOut">
              <a:t>9/2/2026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1160E-2C88-28B7-33E0-AE69BBCE0F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49562-D484-2A8E-6432-ADB815567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A92C73-E246-49D4-B396-D396B5EB729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9C418-B501-18A2-F3E1-42CD4D786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02A13-C5D2-1776-4F7C-16A0671DF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985C9-C54D-9984-7B60-1BDEB9E67B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394C95-D89B-4CB0-A676-9A464BFC3E48}" type="datetimeFigureOut">
              <a:t>9/2/2026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A56EC-2A98-C7DE-50BE-29338BB64BB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ACFEA-8941-6F5E-51D1-E0E500379B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A92C73-E246-49D4-B396-D396B5EB729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6D3A98-DE3E-CB7D-59C8-8901D78D8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3D36B-704F-45D2-C376-AD0F918E6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F7CBE-4671-C406-C6F6-5CD903AF6A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394C95-D89B-4CB0-A676-9A464BFC3E48}" type="datetimeFigureOut">
              <a:t>9/2/2026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7540C-00AD-FAD8-E102-111A6D1778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EB521-CDFE-9088-086F-4CBE85A6DB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A92C73-E246-49D4-B396-D396B5EB729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449B33-37AC-C07A-ACF4-ACDA5D44A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116B2-BAC4-1069-8C6A-428C1A6AC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35BEF-998A-16EB-2671-F9509DCC33D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394C95-D89B-4CB0-A676-9A464BFC3E48}" type="datetimeFigureOut">
              <a:t>9/2/2026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E0C0-375D-E0C9-53D7-04A8AC3A4C0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600C1-5E50-AF3F-930E-BF1AF9B4B0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92C73-E246-49D4-B396-D396B5EB729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01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689FB-D650-0DCD-6C02-1E326B21E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118940"/>
            <a:ext cx="11822723" cy="892175"/>
          </a:xfrm>
        </p:spPr>
        <p:txBody>
          <a:bodyPr/>
          <a:lstStyle/>
          <a:p>
            <a:r>
              <a:rPr b="1"/>
              <a:t>How to play FLAG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18593-059C-2B63-C69F-8B49BBC3B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8" y="1011115"/>
            <a:ext cx="11822723" cy="5662247"/>
          </a:xfrm>
        </p:spPr>
        <p:txBody>
          <a:bodyPr>
            <a:normAutofit fontScale="92800" lnSpcReduction="10000"/>
          </a:bodyPr>
          <a:lstStyle/>
          <a:p>
            <a:pPr marL="0" indent="0">
              <a:buNone/>
            </a:pPr>
            <a:r>
              <a:rPr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Goal</a:t>
            </a:r>
          </a:p>
          <a:p>
            <a:pPr marL="0" indent="0">
              <a:buNone/>
            </a:pPr>
            <a:r>
              <a:rPr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Red takes the flag </a:t>
            </a:r>
            <a:r>
              <a:rPr lang="en-AU"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to</a:t>
            </a:r>
            <a:r>
              <a:rPr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 Blue's base.</a:t>
            </a:r>
          </a:p>
          <a:p>
            <a:pPr marL="0" indent="0">
              <a:buNone/>
            </a:pPr>
            <a:r>
              <a:rPr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Blue tries to stop Red </a:t>
            </a:r>
            <a:r>
              <a:rPr lang="en-AU"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from planting the flag at their base</a:t>
            </a:r>
            <a:r>
              <a:rPr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.</a:t>
            </a:r>
          </a:p>
          <a:p>
            <a:pPr marL="0" indent="0">
              <a:buNone/>
            </a:pPr>
            <a:endParaRPr sz="1800" dirty="0">
              <a:solidFill>
                <a:srgbClr val="000000"/>
              </a:solidFill>
              <a:latin typeface="・ｭ・ｳ 繧ｴ繧ｷ繝・け"/>
              <a:ea typeface="・ｭ・ｳ 繧ｴ繧ｷ繝・け"/>
              <a:cs typeface="・ｭ・ｳ 繧ｴ繧ｷ繝・け"/>
            </a:endParaRPr>
          </a:p>
          <a:p>
            <a:pPr marL="0" indent="0">
              <a:buNone/>
            </a:pPr>
            <a:r>
              <a:rPr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How to play</a:t>
            </a:r>
          </a:p>
          <a:p>
            <a:pPr marL="0" indent="0">
              <a:buNone/>
            </a:pPr>
            <a:r>
              <a:rPr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1. Press E to pick up the flag.</a:t>
            </a:r>
          </a:p>
          <a:p>
            <a:pPr marL="0" indent="0">
              <a:buNone/>
            </a:pPr>
            <a:r>
              <a:rPr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2. Carry it to Blue's base.</a:t>
            </a:r>
          </a:p>
          <a:p>
            <a:pPr marL="0" indent="0">
              <a:buNone/>
            </a:pPr>
            <a:r>
              <a:rPr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3. Press E to place it.</a:t>
            </a:r>
          </a:p>
          <a:p>
            <a:pPr marL="0" indent="0">
              <a:buNone/>
            </a:pPr>
            <a:r>
              <a:rPr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4. Red protects the flag.</a:t>
            </a:r>
          </a:p>
          <a:p>
            <a:pPr marL="0" indent="0">
              <a:buNone/>
            </a:pPr>
            <a:r>
              <a:rPr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5. Blue presses E near the flag to capture it.</a:t>
            </a:r>
          </a:p>
          <a:p>
            <a:pPr marL="0" indent="0">
              <a:buNone/>
            </a:pPr>
            <a:endParaRPr sz="1800" dirty="0">
              <a:solidFill>
                <a:srgbClr val="000000"/>
              </a:solidFill>
              <a:latin typeface="・ｭ・ｳ 繧ｴ繧ｷ繝・け"/>
              <a:ea typeface="・ｭ・ｳ 繧ｴ繧ｷ繝・け"/>
              <a:cs typeface="・ｭ・ｳ 繧ｴ繧ｷ繝・け"/>
            </a:endParaRPr>
          </a:p>
          <a:p>
            <a:pPr marL="0" indent="0">
              <a:buNone/>
            </a:pPr>
            <a:r>
              <a:rPr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How to win</a:t>
            </a:r>
          </a:p>
          <a:p>
            <a:pPr marL="0" indent="0">
              <a:buNone/>
            </a:pPr>
            <a:r>
              <a:rPr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Red wins if the </a:t>
            </a:r>
            <a:r>
              <a:rPr lang="en-AU"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planted </a:t>
            </a:r>
            <a:r>
              <a:rPr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flag is safe when the timer reaches 0.</a:t>
            </a:r>
          </a:p>
          <a:p>
            <a:pPr marL="0" indent="0">
              <a:buNone/>
            </a:pPr>
            <a:r>
              <a:rPr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Blue wins by capturing the flag.</a:t>
            </a:r>
          </a:p>
          <a:p>
            <a:pPr marL="0" indent="0">
              <a:buNone/>
            </a:pPr>
            <a:r>
              <a:rPr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Blue also wins if Red cannot place it before time runs out.</a:t>
            </a:r>
          </a:p>
          <a:p>
            <a:pPr marL="0" indent="0">
              <a:buNone/>
            </a:pPr>
            <a:r>
              <a:rPr sz="1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Play both sides for 3, 4, or 5 rounds. Highest score wins.</a:t>
            </a:r>
          </a:p>
        </p:txBody>
      </p:sp>
    </p:spTree>
    <p:extLst>
      <p:ext uri="{BB962C8B-B14F-4D97-AF65-F5344CB8AC3E}">
        <p14:creationId xmlns:p14="http://schemas.microsoft.com/office/powerpoint/2010/main" val="323335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79C20-D110-A10E-24CB-EEFEF8A09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92" y="237392"/>
            <a:ext cx="11526716" cy="6304085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sz="9600" b="1" dirty="0">
                <a:highlight>
                  <a:srgbClr val="FFFF00"/>
                </a:highlight>
                <a:latin typeface="+mn-ea"/>
                <a:ea typeface="+mn-ea"/>
                <a:cs typeface="+mn-ea"/>
              </a:rPr>
              <a:t>GOAL:</a:t>
            </a:r>
            <a:br>
              <a:rPr dirty="0"/>
            </a:br>
            <a:br>
              <a:rPr dirty="0"/>
            </a:br>
            <a:r>
              <a:rPr lang="ja-JP" altLang="en-US" sz="6600" b="1" dirty="0">
                <a:latin typeface="+mn-ea"/>
                <a:ea typeface="+mn-ea"/>
                <a:cs typeface="+mn-ea"/>
              </a:rPr>
              <a:t>レッドチームがブルーチームの本拠地に旗を立てる。ブルーチームはそれを阻止しようとする。</a:t>
            </a:r>
            <a:endParaRPr sz="6000" dirty="0">
              <a:latin typeface="+mn-ea"/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80218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18593-059C-2B63-C69F-8B49BBC3B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8" y="105509"/>
            <a:ext cx="11822723" cy="6567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5400" b="1" dirty="0" err="1">
                <a:solidFill>
                  <a:srgbClr val="FFC000"/>
                </a:solidFill>
                <a:latin typeface="+mn-ea"/>
                <a:ea typeface="+mn-ea"/>
                <a:cs typeface="+mn-ea"/>
              </a:rPr>
              <a:t>プレイ方法</a:t>
            </a:r>
            <a:r>
              <a:rPr sz="5400" b="1" dirty="0">
                <a:solidFill>
                  <a:srgbClr val="FFC000"/>
                </a:solidFill>
                <a:latin typeface="+mn-ea"/>
                <a:ea typeface="+mn-ea"/>
                <a:cs typeface="+mn-ea"/>
              </a:rPr>
              <a:t>:</a:t>
            </a:r>
            <a:br>
              <a:rPr dirty="0"/>
            </a:br>
            <a:r>
              <a:rPr sz="400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1. </a:t>
            </a:r>
            <a:r>
              <a:rPr sz="4000" dirty="0" err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旗の近くで</a:t>
            </a:r>
            <a:r>
              <a:rPr sz="400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solidFill>
                  <a:schemeClr val="bg1"/>
                </a:solidFill>
                <a:highlight>
                  <a:srgbClr val="008080"/>
                </a:highlight>
                <a:latin typeface="+mn-ea"/>
                <a:ea typeface="+mn-ea"/>
                <a:cs typeface="+mn-ea"/>
              </a:rPr>
              <a:t>Eキー</a:t>
            </a:r>
            <a:r>
              <a:rPr sz="4000" dirty="0" err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を押す</a:t>
            </a:r>
            <a:r>
              <a:rPr sz="400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。</a:t>
            </a:r>
            <a:br>
              <a:rPr sz="400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</a:br>
            <a:r>
              <a:rPr sz="400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2. </a:t>
            </a:r>
            <a:r>
              <a:rPr sz="4000" dirty="0" err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旗を青の基地まで運ぶ</a:t>
            </a:r>
            <a:r>
              <a:rPr sz="400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。</a:t>
            </a:r>
            <a:br>
              <a:rPr sz="400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</a:br>
            <a:r>
              <a:rPr sz="400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3. </a:t>
            </a:r>
            <a:r>
              <a:rPr sz="4000" dirty="0" err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もう一度</a:t>
            </a:r>
            <a:r>
              <a:rPr sz="400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solidFill>
                  <a:schemeClr val="bg1"/>
                </a:solidFill>
                <a:highlight>
                  <a:srgbClr val="008080"/>
                </a:highlight>
                <a:latin typeface="+mn-ea"/>
                <a:ea typeface="+mn-ea"/>
                <a:cs typeface="+mn-ea"/>
              </a:rPr>
              <a:t>Eキー</a:t>
            </a:r>
            <a:r>
              <a:rPr sz="4000" dirty="0" err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を押して置く</a:t>
            </a:r>
            <a:r>
              <a:rPr sz="400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。</a:t>
            </a:r>
            <a:br>
              <a:rPr sz="400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</a:br>
            <a:r>
              <a:rPr sz="400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4. </a:t>
            </a:r>
            <a:r>
              <a:rPr sz="4000" dirty="0" err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レッドは旗を守る</a:t>
            </a:r>
            <a:r>
              <a:rPr sz="400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。</a:t>
            </a:r>
            <a:br>
              <a:rPr sz="400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</a:br>
            <a:r>
              <a:rPr sz="400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5. </a:t>
            </a:r>
            <a:r>
              <a:rPr sz="4000" dirty="0" err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ブルーは旗の近くで</a:t>
            </a:r>
            <a:r>
              <a:rPr sz="400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 </a:t>
            </a:r>
            <a:r>
              <a:rPr sz="4000" b="1" dirty="0" err="1">
                <a:solidFill>
                  <a:schemeClr val="bg1"/>
                </a:solidFill>
                <a:highlight>
                  <a:srgbClr val="008080"/>
                </a:highlight>
                <a:latin typeface="+mn-ea"/>
                <a:ea typeface="+mn-ea"/>
                <a:cs typeface="+mn-ea"/>
              </a:rPr>
              <a:t>Eキー</a:t>
            </a:r>
            <a:r>
              <a:rPr sz="4000" dirty="0" err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を押して取る</a:t>
            </a:r>
            <a:r>
              <a:rPr sz="4000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。</a:t>
            </a:r>
            <a:endParaRPr lang="en-AU" sz="4000" dirty="0">
              <a:solidFill>
                <a:srgbClr val="000000"/>
              </a:solidFill>
              <a:latin typeface="+mn-ea"/>
              <a:ea typeface="+mn-ea"/>
              <a:cs typeface="+mn-ea"/>
            </a:endParaRPr>
          </a:p>
          <a:p>
            <a:pPr marL="0" indent="0">
              <a:buNone/>
            </a:pPr>
            <a:endParaRPr lang="en-AU" sz="4000" dirty="0">
              <a:solidFill>
                <a:srgbClr val="000000"/>
              </a:solidFill>
              <a:latin typeface="+mn-ea"/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15802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18593-059C-2B63-C69F-8B49BBC3B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8" y="105509"/>
            <a:ext cx="11822723" cy="656785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5400" b="1" dirty="0" err="1">
                <a:solidFill>
                  <a:srgbClr val="00B05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勝つ方法</a:t>
            </a:r>
            <a:br>
              <a:rPr dirty="0"/>
            </a:br>
            <a:r>
              <a:rPr sz="4000" dirty="0" err="1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タイマーが</a:t>
            </a:r>
            <a:r>
              <a:rPr sz="40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 0 </a:t>
            </a:r>
            <a:r>
              <a:rPr sz="4000" dirty="0" err="1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で旗が安全</a:t>
            </a:r>
            <a:r>
              <a:rPr sz="40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 → </a:t>
            </a:r>
            <a:r>
              <a:rPr sz="4000" dirty="0" err="1">
                <a:solidFill>
                  <a:srgbClr val="000000"/>
                </a:solidFill>
                <a:highlight>
                  <a:srgbClr val="FF0000"/>
                </a:highlight>
                <a:latin typeface="・ｭ・ｳ 繧ｴ繧ｷ繝・け"/>
                <a:ea typeface="・ｭ・ｳ 繧ｴ繧ｷ繝・け"/>
                <a:cs typeface="・ｭ・ｳ 繧ｴ繧ｷ繝・け"/>
              </a:rPr>
              <a:t>レッドの勝ち</a:t>
            </a:r>
            <a:r>
              <a:rPr sz="4000" dirty="0">
                <a:solidFill>
                  <a:srgbClr val="000000"/>
                </a:solidFill>
                <a:highlight>
                  <a:srgbClr val="FF0000"/>
                </a:highlight>
                <a:latin typeface="・ｭ・ｳ 繧ｴ繧ｷ繝・け"/>
                <a:ea typeface="・ｭ・ｳ 繧ｴ繧ｷ繝・け"/>
                <a:cs typeface="・ｭ・ｳ 繧ｴ繧ｷ繝・け"/>
              </a:rPr>
              <a:t>。</a:t>
            </a:r>
            <a:br>
              <a:rPr sz="40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</a:br>
            <a:r>
              <a:rPr sz="4000" dirty="0" err="1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ブルーが旗を取る</a:t>
            </a:r>
            <a:r>
              <a:rPr sz="40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 → </a:t>
            </a:r>
            <a:r>
              <a:rPr sz="4000" dirty="0" err="1">
                <a:solidFill>
                  <a:srgbClr val="000000"/>
                </a:solidFill>
                <a:highlight>
                  <a:srgbClr val="00FFFF"/>
                </a:highlight>
                <a:latin typeface="・ｭ・ｳ 繧ｴ繧ｷ繝・け"/>
                <a:ea typeface="・ｭ・ｳ 繧ｴ繧ｷ繝・け"/>
                <a:cs typeface="・ｭ・ｳ 繧ｴ繧ｷ繝・け"/>
              </a:rPr>
              <a:t>ブルーの勝ち</a:t>
            </a:r>
            <a:r>
              <a:rPr sz="4000" dirty="0">
                <a:solidFill>
                  <a:srgbClr val="000000"/>
                </a:solidFill>
                <a:highlight>
                  <a:srgbClr val="00FFFF"/>
                </a:highlight>
                <a:latin typeface="・ｭ・ｳ 繧ｴ繧ｷ繝・け"/>
                <a:ea typeface="・ｭ・ｳ 繧ｴ繧ｷ繝・け"/>
                <a:cs typeface="・ｭ・ｳ 繧ｴ繧ｷ繝・け"/>
              </a:rPr>
              <a:t>。</a:t>
            </a:r>
            <a:br>
              <a:rPr sz="40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</a:br>
            <a:r>
              <a:rPr sz="4000" dirty="0" err="1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旗を置く前に時間切れ</a:t>
            </a:r>
            <a:r>
              <a:rPr sz="40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 → </a:t>
            </a:r>
            <a:r>
              <a:rPr sz="4000" dirty="0" err="1">
                <a:solidFill>
                  <a:srgbClr val="000000"/>
                </a:solidFill>
                <a:highlight>
                  <a:srgbClr val="00FFFF"/>
                </a:highlight>
                <a:latin typeface="・ｭ・ｳ 繧ｴ繧ｷ繝・け"/>
                <a:ea typeface="・ｭ・ｳ 繧ｴ繧ｷ繝・け"/>
                <a:cs typeface="・ｭ・ｳ 繧ｴ繧ｷ繝・け"/>
              </a:rPr>
              <a:t>ブルーの勝ち</a:t>
            </a:r>
            <a:r>
              <a:rPr sz="4000" dirty="0">
                <a:solidFill>
                  <a:srgbClr val="000000"/>
                </a:solidFill>
                <a:highlight>
                  <a:srgbClr val="00FFFF"/>
                </a:highlight>
                <a:latin typeface="・ｭ・ｳ 繧ｴ繧ｷ繝・け"/>
                <a:ea typeface="・ｭ・ｳ 繧ｴ繧ｷ繝・け"/>
                <a:cs typeface="・ｭ・ｳ 繧ｴ繧ｷ繝・け"/>
              </a:rPr>
              <a:t>。</a:t>
            </a:r>
            <a:br>
              <a:rPr sz="40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</a:br>
            <a:r>
              <a:rPr sz="4000" dirty="0" err="1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ブルー全員がアウト</a:t>
            </a:r>
            <a:r>
              <a:rPr sz="40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 → </a:t>
            </a:r>
            <a:r>
              <a:rPr sz="4000" dirty="0" err="1">
                <a:solidFill>
                  <a:srgbClr val="000000"/>
                </a:solidFill>
                <a:highlight>
                  <a:srgbClr val="FF0000"/>
                </a:highlight>
                <a:latin typeface="・ｭ・ｳ 繧ｴ繧ｷ繝・け"/>
                <a:ea typeface="・ｭ・ｳ 繧ｴ繧ｷ繝・け"/>
                <a:cs typeface="・ｭ・ｳ 繧ｴ繧ｷ繝・け"/>
              </a:rPr>
              <a:t>レッドの勝ち</a:t>
            </a:r>
            <a:r>
              <a:rPr sz="4000" dirty="0">
                <a:solidFill>
                  <a:srgbClr val="000000"/>
                </a:solidFill>
                <a:highlight>
                  <a:srgbClr val="FF0000"/>
                </a:highlight>
                <a:latin typeface="・ｭ・ｳ 繧ｴ繧ｷ繝・け"/>
                <a:ea typeface="・ｭ・ｳ 繧ｴ繧ｷ繝・け"/>
                <a:cs typeface="・ｭ・ｳ 繧ｴ繧ｷ繝・け"/>
              </a:rPr>
              <a:t>。</a:t>
            </a:r>
            <a:br>
              <a:rPr sz="40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</a:br>
            <a:r>
              <a:rPr sz="4000" dirty="0" err="1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レッドが旗を置く前に全員アウト</a:t>
            </a:r>
            <a:r>
              <a:rPr sz="40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 → </a:t>
            </a:r>
            <a:r>
              <a:rPr sz="4000" dirty="0" err="1">
                <a:solidFill>
                  <a:srgbClr val="000000"/>
                </a:solidFill>
                <a:highlight>
                  <a:srgbClr val="00FFFF"/>
                </a:highlight>
                <a:latin typeface="・ｭ・ｳ 繧ｴ繧ｷ繝・け"/>
                <a:ea typeface="・ｭ・ｳ 繧ｴ繧ｷ繝・け"/>
                <a:cs typeface="・ｭ・ｳ 繧ｴ繧ｷ繝・け"/>
              </a:rPr>
              <a:t>ブルーの勝ち</a:t>
            </a:r>
            <a:endParaRPr lang="en-AU" sz="4000" dirty="0">
              <a:solidFill>
                <a:srgbClr val="000000"/>
              </a:solidFill>
              <a:highlight>
                <a:srgbClr val="00FFFF"/>
              </a:highlight>
              <a:latin typeface="・ｭ・ｳ 繧ｴ繧ｷ繝・け"/>
              <a:ea typeface="・ｭ・ｳ 繧ｴ繧ｷ繝・け"/>
              <a:cs typeface="・ｭ・ｳ 繧ｴ繧ｷ繝・け"/>
            </a:endParaRPr>
          </a:p>
          <a:p>
            <a:pPr marL="0" indent="0" algn="ctr">
              <a:buNone/>
            </a:pPr>
            <a:r>
              <a:rPr sz="40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
</a:t>
            </a:r>
            <a:r>
              <a:rPr sz="4800" dirty="0" err="1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両チームで</a:t>
            </a:r>
            <a:r>
              <a:rPr sz="4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 3〜5 </a:t>
            </a:r>
            <a:r>
              <a:rPr sz="4800" dirty="0" err="1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ラウンド</a:t>
            </a:r>
            <a:r>
              <a:rPr sz="4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。</a:t>
            </a:r>
            <a:endParaRPr lang="en-AU" sz="4800" dirty="0">
              <a:solidFill>
                <a:srgbClr val="000000"/>
              </a:solidFill>
              <a:latin typeface="・ｭ・ｳ 繧ｴ繧ｷ繝・け"/>
              <a:ea typeface="・ｭ・ｳ 繧ｴ繧ｷ繝・け"/>
              <a:cs typeface="・ｭ・ｳ 繧ｴ繧ｷ繝・け"/>
            </a:endParaRPr>
          </a:p>
          <a:p>
            <a:pPr marL="0" indent="0" algn="ctr">
              <a:buNone/>
            </a:pPr>
            <a:r>
              <a:rPr sz="4800" dirty="0" err="1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合計点が高いチームの勝ち</a:t>
            </a:r>
            <a:r>
              <a:rPr sz="4800" dirty="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。</a:t>
            </a:r>
            <a:endParaRPr sz="3600" dirty="0">
              <a:solidFill>
                <a:srgbClr val="000000"/>
              </a:solidFill>
              <a:latin typeface="・ｭ・ｳ 繧ｴ繧ｷ繝・け"/>
              <a:ea typeface="・ｭ・ｳ 繧ｴ繧ｷ繝・け"/>
              <a:cs typeface="・ｭ・ｳ 繧ｴ繧ｷ繝・け"/>
            </a:endParaRPr>
          </a:p>
        </p:txBody>
      </p:sp>
    </p:spTree>
    <p:extLst>
      <p:ext uri="{BB962C8B-B14F-4D97-AF65-F5344CB8AC3E}">
        <p14:creationId xmlns:p14="http://schemas.microsoft.com/office/powerpoint/2010/main" val="3575819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49FEA-2B7B-97B0-7C2E-988F59252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69" y="182195"/>
            <a:ext cx="11831516" cy="997683"/>
          </a:xfrm>
        </p:spPr>
        <p:txBody>
          <a:bodyPr/>
          <a:lstStyle/>
          <a:p>
            <a:r>
              <a:t>The Zombie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61FFD-8141-102A-0DAE-3C797B7E3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569" y="1090246"/>
            <a:ext cx="11816862" cy="5585559"/>
          </a:xfrm>
        </p:spPr>
        <p:txBody>
          <a:bodyPr>
            <a:normAutofit fontScale="97811" lnSpcReduction="10000"/>
          </a:bodyPr>
          <a:lstStyle/>
          <a:p>
            <a:pPr marL="0" indent="0">
              <a:buNone/>
            </a:pPr>
            <a:r>
              <a:rPr sz="20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Goal</a:t>
            </a:r>
          </a:p>
          <a:p>
            <a:pPr marL="0" indent="0">
              <a:buNone/>
            </a:pPr>
            <a:r>
              <a:rPr sz="20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Zombies catch all Humans. Humans survive.</a:t>
            </a:r>
          </a:p>
          <a:p>
            <a:pPr marL="0" indent="0">
              <a:buNone/>
            </a:pPr>
            <a:endParaRPr sz="2000">
              <a:solidFill>
                <a:srgbClr val="000000"/>
              </a:solidFill>
              <a:latin typeface="・ｭ・ｳ 繧ｴ繧ｷ繝・け"/>
              <a:ea typeface="・ｭ・ｳ 繧ｴ繧ｷ繝・け"/>
              <a:cs typeface="・ｭ・ｳ 繧ｴ繧ｷ繝・け"/>
            </a:endParaRPr>
          </a:p>
          <a:p>
            <a:pPr marL="0" indent="0">
              <a:buNone/>
            </a:pPr>
            <a:r>
              <a:rPr sz="20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How to play</a:t>
            </a:r>
          </a:p>
          <a:p>
            <a:pPr marL="0" indent="0">
              <a:buNone/>
            </a:pPr>
            <a:r>
              <a:rPr sz="20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1. Some players secretly start as Zombies.</a:t>
            </a:r>
          </a:p>
          <a:p>
            <a:pPr marL="0" indent="0">
              <a:buNone/>
            </a:pPr>
            <a:r>
              <a:rPr sz="20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2. Zombies are Red. Humans are Blue.</a:t>
            </a:r>
          </a:p>
          <a:p>
            <a:pPr marL="0" indent="0">
              <a:buNone/>
            </a:pPr>
            <a:r>
              <a:rPr sz="20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3. Humans answer questions to refill energy and run.</a:t>
            </a:r>
          </a:p>
          <a:p>
            <a:pPr marL="0" indent="0">
              <a:buNone/>
            </a:pPr>
            <a:r>
              <a:rPr sz="20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4. Zombies chase Humans and throw snowballs.</a:t>
            </a:r>
          </a:p>
          <a:p>
            <a:pPr marL="0" indent="0">
              <a:buNone/>
            </a:pPr>
            <a:r>
              <a:rPr sz="20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5. If caught, a Human becomes a Zombie.</a:t>
            </a:r>
          </a:p>
          <a:p>
            <a:pPr marL="0" indent="0">
              <a:buNone/>
            </a:pPr>
            <a:r>
              <a:rPr sz="20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6. Humans cannot throw snowballs. Use answers and teamwork.</a:t>
            </a:r>
          </a:p>
          <a:p>
            <a:pPr marL="0" indent="0">
              <a:buNone/>
            </a:pPr>
            <a:endParaRPr sz="2000">
              <a:solidFill>
                <a:srgbClr val="000000"/>
              </a:solidFill>
              <a:latin typeface="・ｭ・ｳ 繧ｴ繧ｷ繝・け"/>
              <a:ea typeface="・ｭ・ｳ 繧ｴ繧ｷ繝・け"/>
              <a:cs typeface="・ｭ・ｳ 繧ｴ繧ｷ繝・け"/>
            </a:endParaRPr>
          </a:p>
          <a:p>
            <a:pPr marL="0" indent="0">
              <a:buNone/>
            </a:pPr>
            <a:r>
              <a:rPr sz="20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How to win</a:t>
            </a:r>
          </a:p>
          <a:p>
            <a:pPr marL="0" indent="0">
              <a:buNone/>
            </a:pPr>
            <a:r>
              <a:rPr sz="20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Zombies win if all Humans become Zombies before time ends.</a:t>
            </a:r>
          </a:p>
          <a:p>
            <a:pPr marL="0" indent="0">
              <a:buNone/>
            </a:pPr>
            <a:r>
              <a:rPr sz="20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Humans win if one or more Humans survive.</a:t>
            </a:r>
          </a:p>
          <a:p>
            <a:pPr marL="0" indent="0">
              <a:buNone/>
            </a:pPr>
            <a:r>
              <a:rPr sz="20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Once a Human becomes a Zombie, they stay a Zombie.</a:t>
            </a:r>
          </a:p>
        </p:txBody>
      </p:sp>
    </p:spTree>
    <p:extLst>
      <p:ext uri="{BB962C8B-B14F-4D97-AF65-F5344CB8AC3E}">
        <p14:creationId xmlns:p14="http://schemas.microsoft.com/office/powerpoint/2010/main" val="3486560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61FFD-8141-102A-0DAE-3C797B7E3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569" y="254978"/>
            <a:ext cx="11816862" cy="64208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t>GOAL:</a:t>
            </a:r>
            <a:endParaRPr sz="7200" b="1">
              <a:solidFill>
                <a:srgbClr val="00B050"/>
              </a:solidFill>
              <a:latin typeface="・ｭ・ｳ 繧ｴ繧ｷ繝・け"/>
              <a:ea typeface="・ｭ・ｳ 繧ｴ繧ｷ繝・け"/>
              <a:cs typeface="・ｭ・ｳ 繧ｴ繧ｷ繝・け"/>
            </a:endParaRPr>
          </a:p>
          <a:p>
            <a:pPr marL="0" indent="0" algn="ctr">
              <a:buNone/>
            </a:pPr>
            <a:endParaRPr sz="7200" b="1">
              <a:solidFill>
                <a:srgbClr val="00B050"/>
              </a:solidFill>
              <a:latin typeface="・ｭ・ｳ 繧ｴ繧ｷ繝・け"/>
              <a:ea typeface="・ｭ・ｳ 繧ｴ繧ｷ繝・け"/>
              <a:cs typeface="・ｭ・ｳ 繧ｴ繧ｷ繝・け"/>
            </a:endParaRPr>
          </a:p>
          <a:p>
            <a:pPr marL="0" indent="0" algn="ctr">
              <a:buNone/>
            </a:pPr>
            <a:r>
              <a:rPr sz="60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ゾンビは人間全員を捕まえます。</a:t>
            </a:r>
            <a:endParaRPr sz="7200"/>
          </a:p>
          <a:p>
            <a:pPr marL="0" indent="0" algn="ctr">
              <a:buNone/>
            </a:pPr>
            <a:endParaRPr sz="7200"/>
          </a:p>
          <a:p>
            <a:pPr marL="0" indent="0" algn="ctr">
              <a:buNone/>
            </a:pPr>
            <a:r>
              <a:rPr sz="60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人間は時間切れまで生き残ります。</a:t>
            </a:r>
            <a:endParaRPr sz="7200"/>
          </a:p>
        </p:txBody>
      </p:sp>
    </p:spTree>
    <p:extLst>
      <p:ext uri="{BB962C8B-B14F-4D97-AF65-F5344CB8AC3E}">
        <p14:creationId xmlns:p14="http://schemas.microsoft.com/office/powerpoint/2010/main" val="3409325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61FFD-8141-102A-0DAE-3C797B7E3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569" y="272562"/>
            <a:ext cx="11816862" cy="64032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5400" b="1">
                <a:solidFill>
                  <a:srgbClr val="FFC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遊び方:</a:t>
            </a:r>
          </a:p>
          <a:p>
            <a:pPr marL="0" indent="0">
              <a:buNone/>
            </a:pPr>
            <a:r>
              <a:rPr sz="32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一部のプレイヤーがゾンビになります。</a:t>
            </a:r>
            <a:br>
              <a:rPr sz="32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</a:br>
            <a:r>
              <a:rPr sz="32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ゾンビは赤、人間は青です。</a:t>
            </a:r>
            <a:br>
              <a:rPr sz="32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</a:br>
            <a:r>
              <a:rPr sz="32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人間は質問に正解してエネルギーを回復します。</a:t>
            </a:r>
            <a:br>
              <a:rPr sz="32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</a:br>
            <a:r>
              <a:rPr sz="32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エネルギーを使って逃げます。</a:t>
            </a:r>
            <a:br>
              <a:rPr sz="32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</a:br>
            <a:r>
              <a:rPr sz="32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ゾンビは追いかけ、雪玉で捕まえます。捕まった人はゾンビになります。</a:t>
            </a:r>
            <a:br>
              <a:rPr sz="32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</a:br>
            <a:r>
              <a:rPr sz="32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人間は雪玉を投げられません。答えとチームワークで逃げます。</a:t>
            </a:r>
            <a:endParaRPr sz="4400"/>
          </a:p>
        </p:txBody>
      </p:sp>
    </p:spTree>
    <p:extLst>
      <p:ext uri="{BB962C8B-B14F-4D97-AF65-F5344CB8AC3E}">
        <p14:creationId xmlns:p14="http://schemas.microsoft.com/office/powerpoint/2010/main" val="938573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61FFD-8141-102A-0DAE-3C797B7E3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569" y="175846"/>
            <a:ext cx="11816862" cy="64999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6000" b="1">
                <a:solidFill>
                  <a:srgbClr val="00B05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勝つ方法</a:t>
            </a:r>
            <a:br/>
            <a:r>
              <a:rPr sz="36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人間全員がゾンビになる → ゾンビの勝ち。</a:t>
            </a:r>
            <a:br>
              <a:rPr sz="36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</a:br>
            <a:r>
              <a:rPr sz="36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時間切れまで人間が 1 人でも残る → 人間の勝ち。</a:t>
            </a:r>
            <a:br>
              <a:rPr sz="36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</a:br>
            <a:r>
              <a:rPr sz="36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ゾンビになったら、最後までゾンビです。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39763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56FB8-95BA-8B2A-796B-40CC3DFB1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6" y="136526"/>
            <a:ext cx="11743592" cy="865798"/>
          </a:xfrm>
        </p:spPr>
        <p:txBody>
          <a:bodyPr/>
          <a:lstStyle/>
          <a:p>
            <a:r>
              <a:t>How to Play Tag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08567-A358-3BC2-786B-A13109540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431" y="1002324"/>
            <a:ext cx="11878407" cy="5719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Goal</a:t>
            </a:r>
          </a:p>
          <a:p>
            <a:pPr marL="0" indent="0">
              <a:buNone/>
            </a:pPr>
            <a:r>
              <a:rPr sz="18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Red and Blue throw snowballs at the other team.</a:t>
            </a:r>
          </a:p>
          <a:p>
            <a:pPr marL="0" indent="0">
              <a:buNone/>
            </a:pPr>
            <a:r>
              <a:rPr sz="18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The team with the most tags wins the round.</a:t>
            </a:r>
          </a:p>
          <a:p>
            <a:pPr marL="0" indent="0">
              <a:buNone/>
            </a:pPr>
            <a:endParaRPr sz="1800">
              <a:solidFill>
                <a:srgbClr val="000000"/>
              </a:solidFill>
              <a:latin typeface="・ｭ・ｳ 繧ｴ繧ｷ繝・け"/>
              <a:ea typeface="・ｭ・ｳ 繧ｴ繧ｷ繝・け"/>
              <a:cs typeface="・ｭ・ｳ 繧ｴ繧ｷ繝・け"/>
            </a:endParaRPr>
          </a:p>
          <a:p>
            <a:pPr marL="0" indent="0">
              <a:buNone/>
            </a:pPr>
            <a:r>
              <a:rPr sz="18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How to play</a:t>
            </a:r>
          </a:p>
          <a:p>
            <a:pPr marL="0" indent="0">
              <a:buNone/>
            </a:pPr>
            <a:r>
              <a:rPr sz="18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1. Answer questions and move around.</a:t>
            </a:r>
          </a:p>
          <a:p>
            <a:pPr marL="0" indent="0">
              <a:buNone/>
            </a:pPr>
            <a:r>
              <a:rPr sz="18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2. Throw snowballs to tag opponents.</a:t>
            </a:r>
          </a:p>
          <a:p>
            <a:pPr marL="0" indent="0">
              <a:buNone/>
            </a:pPr>
            <a:r>
              <a:rPr sz="18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3. Stay near your teammates.</a:t>
            </a:r>
          </a:p>
          <a:p>
            <a:pPr marL="0" indent="0">
              <a:buNone/>
            </a:pPr>
            <a:r>
              <a:t>4. If tagged, answer 3 questions to return.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How to win</a:t>
            </a:r>
          </a:p>
          <a:p>
            <a:pPr marL="0" indent="0">
              <a:buNone/>
            </a:pPr>
            <a:r>
              <a:t>The team with more tags wins the round.</a:t>
            </a:r>
          </a:p>
          <a:p>
            <a:pPr marL="0" indent="0">
              <a:buNone/>
            </a:pPr>
            <a:r>
              <a:t>The team with more round wins wins the game.</a:t>
            </a:r>
          </a:p>
        </p:txBody>
      </p:sp>
    </p:spTree>
    <p:extLst>
      <p:ext uri="{BB962C8B-B14F-4D97-AF65-F5344CB8AC3E}">
        <p14:creationId xmlns:p14="http://schemas.microsoft.com/office/powerpoint/2010/main" val="4076216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08567-A358-3BC2-786B-A13109540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278" y="1002324"/>
            <a:ext cx="11386038" cy="57191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7200" b="1">
                <a:solidFill>
                  <a:srgbClr val="00B05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GOAL:</a:t>
            </a:r>
          </a:p>
          <a:p>
            <a:pPr marL="0" indent="0" algn="ctr">
              <a:buNone/>
            </a:pPr>
            <a:endParaRPr>
              <a:solidFill>
                <a:srgbClr val="000000"/>
              </a:solidFill>
              <a:latin typeface="・ｭ・ｳ 繧ｴ繧ｷ繝・け"/>
              <a:ea typeface="・ｭ・ｳ 繧ｴ繧ｷ繝・け"/>
              <a:cs typeface="・ｭ・ｳ 繧ｴ繧ｷ繝・け"/>
            </a:endParaRPr>
          </a:p>
          <a:p>
            <a:pPr marL="0" indent="0" algn="ctr">
              <a:buNone/>
            </a:pPr>
            <a:r>
              <a:rPr sz="5400">
                <a:solidFill>
                  <a:srgbClr val="000000"/>
                </a:solidFill>
                <a:latin typeface="・ｭ・ｳ 繧ｴ繧ｷ繝・け"/>
                <a:ea typeface="・ｭ・ｳ 繧ｴ繧ｷ繝・け"/>
                <a:cs typeface="・ｭ・ｳ 繧ｴ繧ｷ繝・け"/>
              </a:rPr>
              <a:t>赤と青は相手に雪玉を当てます。
多く当てたチームがラウンドに勝ちます。</a:t>
            </a:r>
            <a:endParaRPr sz="7200"/>
          </a:p>
        </p:txBody>
      </p:sp>
    </p:spTree>
    <p:extLst>
      <p:ext uri="{BB962C8B-B14F-4D97-AF65-F5344CB8AC3E}">
        <p14:creationId xmlns:p14="http://schemas.microsoft.com/office/powerpoint/2010/main" val="3650292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08567-A358-3BC2-786B-A13109540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431" y="298938"/>
            <a:ext cx="11878407" cy="64225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3600" b="1" dirty="0" err="1">
                <a:latin typeface="・ｭ・ｳ 繧ｴ繧ｷ繝・け"/>
                <a:ea typeface="・ｭ・ｳ 繧ｴ繧ｷ繝・け"/>
                <a:cs typeface="・ｭ・ｳ 繧ｴ繧ｷ繝・け"/>
              </a:rPr>
              <a:t>遊び方</a:t>
            </a:r>
            <a:r>
              <a:rPr sz="3600" b="1" dirty="0">
                <a:latin typeface="・ｭ・ｳ 繧ｴ繧ｷ繝・け"/>
                <a:ea typeface="・ｭ・ｳ 繧ｴ繧ｷ繝・け"/>
                <a:cs typeface="・ｭ・ｳ 繧ｴ繧ｷ繝・け"/>
              </a:rPr>
              <a:t>:
1. </a:t>
            </a:r>
            <a:r>
              <a:rPr sz="3600" b="1" dirty="0" err="1">
                <a:latin typeface="・ｭ・ｳ 繧ｴ繧ｷ繝・け"/>
                <a:ea typeface="・ｭ・ｳ 繧ｴ繧ｷ繝・け"/>
                <a:cs typeface="・ｭ・ｳ 繧ｴ繧ｷ繝・け"/>
              </a:rPr>
              <a:t>質問に答えて動く</a:t>
            </a:r>
            <a:r>
              <a:rPr sz="3600" b="1" dirty="0">
                <a:latin typeface="・ｭ・ｳ 繧ｴ繧ｷ繝・け"/>
                <a:ea typeface="・ｭ・ｳ 繧ｴ繧ｷ繝・け"/>
                <a:cs typeface="・ｭ・ｳ 繧ｴ繧ｷ繝・け"/>
              </a:rPr>
              <a:t>。
2. </a:t>
            </a:r>
            <a:r>
              <a:rPr sz="3600" b="1" dirty="0" err="1">
                <a:latin typeface="・ｭ・ｳ 繧ｴ繧ｷ繝・け"/>
                <a:ea typeface="・ｭ・ｳ 繧ｴ繧ｷ繝・け"/>
                <a:cs typeface="・ｭ・ｳ 繧ｴ繧ｷ繝・け"/>
              </a:rPr>
              <a:t>雪玉で相手をタグする</a:t>
            </a:r>
            <a:r>
              <a:rPr sz="3600" b="1" dirty="0">
                <a:latin typeface="・ｭ・ｳ 繧ｴ繧ｷ繝・け"/>
                <a:ea typeface="・ｭ・ｳ 繧ｴ繧ｷ繝・け"/>
                <a:cs typeface="・ｭ・ｳ 繧ｴ繧ｷ繝・け"/>
              </a:rPr>
              <a:t>。
3. </a:t>
            </a:r>
            <a:r>
              <a:rPr sz="3600" b="1" dirty="0" err="1">
                <a:latin typeface="・ｭ・ｳ 繧ｴ繧ｷ繝・け"/>
                <a:ea typeface="・ｭ・ｳ 繧ｴ繧ｷ繝・け"/>
                <a:cs typeface="・ｭ・ｳ 繧ｴ繧ｷ繝・け"/>
              </a:rPr>
              <a:t>仲間の近くで助け合う</a:t>
            </a:r>
            <a:r>
              <a:rPr sz="3600" b="1" dirty="0">
                <a:latin typeface="・ｭ・ｳ 繧ｴ繧ｷ繝・け"/>
                <a:ea typeface="・ｭ・ｳ 繧ｴ繧ｷ繝・け"/>
                <a:cs typeface="・ｭ・ｳ 繧ｴ繧ｷ繝・け"/>
              </a:rPr>
              <a:t>。</a:t>
            </a:r>
            <a:br>
              <a:rPr dirty="0">
                <a:latin typeface="・ｭ・ｳ 繧ｴ繧ｷ繝・け"/>
                <a:ea typeface="・ｭ・ｳ 繧ｴ繧ｷ繝・け"/>
                <a:cs typeface="・ｭ・ｳ 繧ｴ繧ｷ繝・け"/>
              </a:rPr>
            </a:br>
            <a:r>
              <a:rPr b="1" dirty="0" err="1">
                <a:highlight>
                  <a:srgbClr val="FFFF00"/>
                </a:highlight>
                <a:latin typeface="・ｭ・ｳ 繧ｴ繧ｷ繝・け"/>
                <a:ea typeface="・ｭ・ｳ 繧ｴ繧ｷ繝・け"/>
                <a:cs typeface="・ｭ・ｳ 繧ｴ繧ｷ繝・け"/>
              </a:rPr>
              <a:t>タグされたら</a:t>
            </a:r>
            <a:r>
              <a:rPr b="1" dirty="0">
                <a:highlight>
                  <a:srgbClr val="FFFF00"/>
                </a:highlight>
                <a:latin typeface="・ｭ・ｳ 繧ｴ繧ｷ繝・け"/>
                <a:ea typeface="・ｭ・ｳ 繧ｴ繧ｷ繝・け"/>
                <a:cs typeface="・ｭ・ｳ 繧ｴ繧ｷ繝・け"/>
              </a:rPr>
              <a:t>:</a:t>
            </a:r>
          </a:p>
          <a:p>
            <a:pPr marL="0" indent="0">
              <a:buNone/>
            </a:pPr>
            <a:r>
              <a:rPr dirty="0">
                <a:latin typeface="・ｭ・ｳ 繧ｴ繧ｷ繝・け"/>
                <a:ea typeface="・ｭ・ｳ 繧ｴ繧ｷ繝・け"/>
                <a:cs typeface="・ｭ・ｳ 繧ｴ繧ｷ繝・け"/>
              </a:rPr>
              <a:t>3 </a:t>
            </a:r>
            <a:r>
              <a:rPr dirty="0" err="1">
                <a:latin typeface="・ｭ・ｳ 繧ｴ繧ｷ繝・け"/>
                <a:ea typeface="・ｭ・ｳ 繧ｴ繧ｷ繝・け"/>
                <a:cs typeface="・ｭ・ｳ 繧ｴ繧ｷ繝・け"/>
              </a:rPr>
              <a:t>問正解すると復帰できます</a:t>
            </a:r>
            <a:r>
              <a:rPr dirty="0">
                <a:latin typeface="・ｭ・ｳ 繧ｴ繧ｷ繝・け"/>
                <a:ea typeface="・ｭ・ｳ 繧ｴ繧ｷ繝・け"/>
                <a:cs typeface="・ｭ・ｳ 繧ｴ繧ｷ繝・け"/>
              </a:rPr>
              <a:t>。</a:t>
            </a:r>
            <a:br>
              <a:rPr dirty="0">
                <a:latin typeface="・ｭ・ｳ 繧ｴ繧ｷ繝・け"/>
                <a:ea typeface="・ｭ・ｳ 繧ｴ繧ｷ繝・け"/>
                <a:cs typeface="・ｭ・ｳ 繧ｴ繧ｷ繝・け"/>
              </a:rPr>
            </a:br>
            <a:endParaRPr dirty="0">
              <a:latin typeface="・ｭ・ｳ 繧ｴ繧ｷ繝・け"/>
              <a:ea typeface="・ｭ・ｳ 繧ｴ繧ｷ繝・け"/>
              <a:cs typeface="・ｭ・ｳ 繧ｴ繧ｷ繝・け"/>
            </a:endParaRPr>
          </a:p>
          <a:p>
            <a:pPr marL="0" indent="0">
              <a:buNone/>
            </a:pPr>
            <a:r>
              <a:rPr sz="3600" b="1" dirty="0" err="1">
                <a:latin typeface="・ｭ・ｳ 繧ｴ繧ｷ繝・け"/>
                <a:ea typeface="・ｭ・ｳ 繧ｴ繧ｷ繝・け"/>
                <a:cs typeface="・ｭ・ｳ 繧ｴ繧ｷ繝・け"/>
              </a:rPr>
              <a:t>勝つ方法</a:t>
            </a:r>
            <a:r>
              <a:rPr sz="3600" b="1" dirty="0">
                <a:latin typeface="・ｭ・ｳ 繧ｴ繧ｷ繝・け"/>
                <a:ea typeface="・ｭ・ｳ 繧ｴ繧ｷ繝・け"/>
                <a:cs typeface="・ｭ・ｳ 繧ｴ繧ｷ繝・け"/>
              </a:rPr>
              <a:t>:
</a:t>
            </a:r>
            <a:r>
              <a:rPr sz="3600" b="1" dirty="0" err="1">
                <a:latin typeface="・ｭ・ｳ 繧ｴ繧ｷ繝・け"/>
                <a:ea typeface="・ｭ・ｳ 繧ｴ繧ｷ繝・け"/>
                <a:cs typeface="・ｭ・ｳ 繧ｴ繧ｷ繝・け"/>
              </a:rPr>
              <a:t>タグ数が多いチームがラウンドに勝ちます</a:t>
            </a:r>
            <a:r>
              <a:rPr sz="3600" b="1" dirty="0">
                <a:latin typeface="・ｭ・ｳ 繧ｴ繧ｷ繝・け"/>
                <a:ea typeface="・ｭ・ｳ 繧ｴ繧ｷ繝・け"/>
                <a:cs typeface="・ｭ・ｳ 繧ｴ繧ｷ繝・け"/>
              </a:rPr>
              <a:t>。
</a:t>
            </a:r>
            <a:r>
              <a:rPr sz="3600" b="1" dirty="0" err="1">
                <a:latin typeface="・ｭ・ｳ 繧ｴ繧ｷ繝・け"/>
                <a:ea typeface="・ｭ・ｳ 繧ｴ繧ｷ繝・け"/>
                <a:cs typeface="・ｭ・ｳ 繧ｴ繧ｷ繝・け"/>
              </a:rPr>
              <a:t>最後に、ラウンド勝利数が多いチームが勝ちです</a:t>
            </a:r>
            <a:r>
              <a:rPr sz="3600" b="1" dirty="0">
                <a:latin typeface="・ｭ・ｳ 繧ｴ繧ｷ繝・け"/>
                <a:ea typeface="・ｭ・ｳ 繧ｴ繧ｷ繝・け"/>
                <a:cs typeface="・ｭ・ｳ 繧ｴ繧ｷ繝・け"/>
              </a:rPr>
              <a:t>。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2893607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529</Words>
  <Application>Microsoft Office PowerPoint</Application>
  <DocSecurity>0</DocSecurity>
  <PresentationFormat>Widescreen</PresentationFormat>
  <Paragraphs>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・ｭ・ｳ 繧ｴ繧ｷ繝・け</vt:lpstr>
      <vt:lpstr>Aptos</vt:lpstr>
      <vt:lpstr>Aptos Display</vt:lpstr>
      <vt:lpstr>Arial</vt:lpstr>
      <vt:lpstr>Office Theme</vt:lpstr>
      <vt:lpstr>PowerPoint Presentation</vt:lpstr>
      <vt:lpstr>How to play FLAG</vt:lpstr>
      <vt:lpstr>GOAL:  レッドチームがブルーチームの本拠地に旗を立てる。ブルーチームはそれを阻止しようとする。</vt:lpstr>
      <vt:lpstr>PowerPoint Presentation</vt:lpstr>
      <vt:lpstr>PowerPoint Presentation</vt:lpstr>
      <vt:lpstr>The Zombie Game</vt:lpstr>
      <vt:lpstr>PowerPoint Presentation</vt:lpstr>
      <vt:lpstr>PowerPoint Presentation</vt:lpstr>
      <vt:lpstr>PowerPoint Presentation</vt:lpstr>
      <vt:lpstr>How to Play Tag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Peter Hoang</cp:lastModifiedBy>
  <cp:revision>3</cp:revision>
  <dcterms:created xsi:type="dcterms:W3CDTF">2026-09-02T02:06:06Z</dcterms:created>
  <dcterms:modified xsi:type="dcterms:W3CDTF">2026-09-02T02:36:37Z</dcterms:modified>
</cp:coreProperties>
</file>